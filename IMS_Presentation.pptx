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Demand Forecast vs Actual (units)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6B6D4"/>
            </a:solidFill>
            <a:ln w="254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820</c:v>
                </c:pt>
                <c:pt idx="1">
                  <c:v>940</c:v>
                </c:pt>
                <c:pt idx="2">
                  <c:v>870</c:v>
                </c:pt>
                <c:pt idx="3">
                  <c:v>1100</c:v>
                </c:pt>
                <c:pt idx="4">
                  <c:v>1050</c:v>
                </c:pt>
                <c:pt idx="5">
                  <c:v>1280</c:v>
                </c:pt>
                <c:pt idx="6">
                  <c:v>1190</c:v>
                </c:pt>
                <c:pt idx="7">
                  <c:v>1340</c:v>
                </c:pt>
                <c:pt idx="8">
                  <c:v>1210</c:v>
                </c:pt>
                <c:pt idx="9">
                  <c:v>1450</c:v>
                </c:pt>
                <c:pt idx="10">
                  <c:v>1380</c:v>
                </c:pt>
                <c:pt idx="11">
                  <c:v>1600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800</c:v>
                </c:pt>
                <c:pt idx="1">
                  <c:v>920</c:v>
                </c:pt>
                <c:pt idx="2">
                  <c:v>890</c:v>
                </c:pt>
                <c:pt idx="3">
                  <c:v>1080</c:v>
                </c:pt>
                <c:pt idx="4">
                  <c:v>1060</c:v>
                </c:pt>
                <c:pt idx="5">
                  <c:v>1260</c:v>
                </c:pt>
                <c:pt idx="6">
                  <c:v>1210</c:v>
                </c:pt>
                <c:pt idx="7">
                  <c:v>1310</c:v>
                </c:pt>
                <c:pt idx="8">
                  <c:v>1240</c:v>
                </c:pt>
                <c:pt idx="9">
                  <c:v>1420</c:v>
                </c:pt>
                <c:pt idx="10">
                  <c:v>1410</c:v>
                </c:pt>
                <c:pt idx="11">
                  <c:v>1580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 CI</c:v>
                </c:pt>
              </c:strCache>
            </c:strRef>
          </c:tx>
          <c:spPr>
            <a:solidFill>
              <a:srgbClr val="1E3A5F"/>
            </a:solidFill>
            <a:ln w="25400" cap="flat">
              <a:solidFill>
                <a:srgbClr val="1E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3A5F"/>
              </a:solidFill>
              <a:ln w="9525" cap="flat">
                <a:solidFill>
                  <a:srgbClr val="1E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860</c:v>
                </c:pt>
                <c:pt idx="1">
                  <c:v>980</c:v>
                </c:pt>
                <c:pt idx="2">
                  <c:v>930</c:v>
                </c:pt>
                <c:pt idx="3">
                  <c:v>1150</c:v>
                </c:pt>
                <c:pt idx="4">
                  <c:v>1110</c:v>
                </c:pt>
                <c:pt idx="5">
                  <c:v>1340</c:v>
                </c:pt>
                <c:pt idx="6">
                  <c:v>1270</c:v>
                </c:pt>
                <c:pt idx="7">
                  <c:v>1400</c:v>
                </c:pt>
                <c:pt idx="8">
                  <c:v>1290</c:v>
                </c:pt>
                <c:pt idx="9">
                  <c:v>1520</c:v>
                </c:pt>
                <c:pt idx="10">
                  <c:v>1460</c:v>
                </c:pt>
                <c:pt idx="11">
                  <c:v>1680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Lower CI</c:v>
                </c:pt>
              </c:strCache>
            </c:strRef>
          </c:tx>
          <c:spPr>
            <a:solidFill>
              <a:srgbClr val="1E3A5F"/>
            </a:solidFill>
            <a:ln w="25400" cap="flat">
              <a:solidFill>
                <a:srgbClr val="1E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3A5F"/>
              </a:solidFill>
              <a:ln w="9525" cap="flat">
                <a:solidFill>
                  <a:srgbClr val="1E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750</c:v>
                </c:pt>
                <c:pt idx="1">
                  <c:v>860</c:v>
                </c:pt>
                <c:pt idx="2">
                  <c:v>840</c:v>
                </c:pt>
                <c:pt idx="3">
                  <c:v>1010</c:v>
                </c:pt>
                <c:pt idx="4">
                  <c:v>990</c:v>
                </c:pt>
                <c:pt idx="5">
                  <c:v>1190</c:v>
                </c:pt>
                <c:pt idx="6">
                  <c:v>1140</c:v>
                </c:pt>
                <c:pt idx="7">
                  <c:v>1240</c:v>
                </c:pt>
                <c:pt idx="8">
                  <c:v>1170</c:v>
                </c:pt>
                <c:pt idx="9">
                  <c:v>1330</c:v>
                </c:pt>
                <c:pt idx="10">
                  <c:v>1340</c:v>
                </c:pt>
                <c:pt idx="11">
                  <c:v>1500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93B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Monthly Order Volumes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Orders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67</c:v>
                </c:pt>
                <c:pt idx="3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Orders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</c:v>
                </c:pt>
                <c:pt idx="1">
                  <c:v>124</c:v>
                </c:pt>
                <c:pt idx="2">
                  <c:v>148</c:v>
                </c:pt>
                <c:pt idx="3">
                  <c:v>177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93B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Invoice Status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bubble3D val="0"/>
            <c:spPr>
              <a:solidFill>
                <a:srgbClr val="2563E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PAID</c:v>
                </c:pt>
                <c:pt idx="1">
                  <c:v>PARTIAL</c:v>
                </c:pt>
                <c:pt idx="2">
                  <c:v>OVERDUE</c:v>
                </c:pt>
                <c:pt idx="3">
                  <c:v>PENDING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58</c:v>
                </c:pt>
                <c:pt idx="1">
                  <c:v>18</c:v>
                </c:pt>
                <c:pt idx="2">
                  <c:v>11</c:v>
                </c:pt>
                <c:pt idx="3">
                  <c:v>13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ABC Inventory Segmentation (Revenue Share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Revenue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A-Class</c:v>
                  </c:pt>
                  <c:pt idx="1">
                    <c:v>B-Class</c:v>
                  </c:pt>
                  <c:pt idx="2">
                    <c:v>C-Class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15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93B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Weekly Stock Movement (Units In vs Out)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In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340</c:v>
                </c:pt>
                <c:pt idx="1">
                  <c:v>280</c:v>
                </c:pt>
                <c:pt idx="2">
                  <c:v>420</c:v>
                </c:pt>
                <c:pt idx="3">
                  <c:v>390</c:v>
                </c:pt>
                <c:pt idx="4">
                  <c:v>460</c:v>
                </c:pt>
                <c:pt idx="5">
                  <c:v>310</c:v>
                </c:pt>
                <c:pt idx="6">
                  <c:v>490</c:v>
                </c:pt>
                <c:pt idx="7">
                  <c:v>420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Stock Out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310</c:v>
                </c:pt>
                <c:pt idx="1">
                  <c:v>260</c:v>
                </c:pt>
                <c:pt idx="2">
                  <c:v>400</c:v>
                </c:pt>
                <c:pt idx="3">
                  <c:v>350</c:v>
                </c:pt>
                <c:pt idx="4">
                  <c:v>430</c:v>
                </c:pt>
                <c:pt idx="5">
                  <c:v>290</c:v>
                </c:pt>
                <c:pt idx="6">
                  <c:v>460</c:v>
                </c:pt>
                <c:pt idx="7">
                  <c:v>400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93B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p95 API Response Time Targets (ms)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Read (Dashboard)</c:v>
                  </c:pt>
                  <c:pt idx="1">
                    <c:v>Write (Stock)</c:v>
                  </c:pt>
                  <c:pt idx="2">
                    <c:v>AI Forecast</c:v>
                  </c:pt>
                  <c:pt idx="3">
                    <c:v>Report Gen</c:v>
                  </c:pt>
                  <c:pt idx="4">
                    <c:v>Bulk Import (×100)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500</c:v>
                </c:pt>
                <c:pt idx="2">
                  <c:v>1500</c:v>
                </c:pt>
                <c:pt idx="3">
                  <c:v>2000</c:v>
                </c:pt>
                <c:pt idx="4">
                  <c:v>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293B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S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5100"/>
            <a:ext cx="1219200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— Enterprise Inventory Management System  |  2026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1E3A5F">
              <a:alpha val="4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2743200"/>
            <a:ext cx="3657600" cy="3657600"/>
          </a:xfrm>
          <a:prstGeom prst="ellipse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005840" cy="1005840"/>
          </a:xfrm>
          <a:prstGeom prst="roundRect">
            <a:avLst>
              <a:gd name="adj" fmla="val 13636"/>
            </a:avLst>
          </a:prstGeom>
          <a:solidFill>
            <a:srgbClr val="2563E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1005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64592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645920" y="2331720"/>
            <a:ext cx="50292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warehouse logistics · AI demand forecasting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RBAC · Real-time analytics dashboard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3429000"/>
            <a:ext cx="1508760" cy="301752"/>
          </a:xfrm>
          <a:prstGeom prst="roundRect">
            <a:avLst>
              <a:gd name="adj" fmla="val 27273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3429000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3429000"/>
            <a:ext cx="1508760" cy="301752"/>
          </a:xfrm>
          <a:prstGeom prst="roundRect">
            <a:avLst>
              <a:gd name="adj" fmla="val 27273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429000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3429000"/>
            <a:ext cx="1508760" cy="301752"/>
          </a:xfrm>
          <a:prstGeom prst="roundRect">
            <a:avLst>
              <a:gd name="adj" fmla="val 27273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429000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3429000"/>
            <a:ext cx="1508760" cy="301752"/>
          </a:xfrm>
          <a:prstGeom prst="roundRect">
            <a:avLst>
              <a:gd name="adj" fmla="val 27273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429000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0" y="3429000"/>
            <a:ext cx="1508760" cy="301752"/>
          </a:xfrm>
          <a:prstGeom prst="roundRect">
            <a:avLst>
              <a:gd name="adj" fmla="val 27273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429000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592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· 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github.com/DevPandya1035/IMS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10 minutes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walk-through of the IMS platform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9019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inventory management needs modernising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600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76288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76288" y="19019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module landscape at a glance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06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2560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29077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monolith · API design · infra stack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2468880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606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2560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Demo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76288" y="29077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Orders, Invoicing, Warehouses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611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" y="3566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 Engine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39136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· EOQ · ABC/XYZ analytics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3474720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611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76288" y="3566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RBAC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76288" y="39136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permissions, audit trail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480560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24128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24128" y="4919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relations, ACID guarantees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4480560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76288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76288" y="4919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targets, Redis caching, SLAs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5486400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56235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5623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24128" y="5577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Deep-Dive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24128" y="59253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component breakdown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17920" y="5486400"/>
            <a:ext cx="557784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56235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5623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76288" y="5577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Conclusion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876288" y="59253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next steps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chaos costs businesses millions annually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centralised system, stockouts, over-ordering and audit failures are inevitable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577840" cy="1965960"/>
          </a:xfrm>
          <a:prstGeom prst="roundRect">
            <a:avLst>
              <a:gd name="adj" fmla="val 6512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Discrepancies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spreadsheets diverge from physical stock. No single source of truth across warehouses.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577840" cy="1965960"/>
          </a:xfrm>
          <a:prstGeom prst="roundRect">
            <a:avLst>
              <a:gd name="adj" fmla="val 6512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🔮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9516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Demand Visibility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0574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driven by guesswork, not data. Seasonal spikes trigger costly emergency orders.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5577840" cy="1965960"/>
          </a:xfrm>
          <a:prstGeom prst="roundRect">
            <a:avLst>
              <a:gd name="adj" fmla="val 6512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3794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to inventory, orders, and billing leave no traceable footprint — a compliance nightmare.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5577840" cy="1965960"/>
          </a:xfrm>
          <a:prstGeom prst="roundRect">
            <a:avLst>
              <a:gd name="adj" fmla="val 6512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💸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95160" y="3794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&amp; Invoice Errors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42519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GST computations lead to errors. Invoices sent late, discounts mis-applied, revenue leaks.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unifies the entire inventory lifecycle in one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integrated modules · 25+ REST endpoints · Real-time dashboards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33172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Products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SKU · Barcode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463040"/>
            <a:ext cx="233172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5808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Warehouses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35808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· Bin locations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1463040"/>
            <a:ext cx="233172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6128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Purchase Orders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96128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lifecycle · Approvals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233172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Sales 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56448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lifecycle · Auto-stock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233172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337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Invoicing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· PDF · Payments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6080" y="3154680"/>
            <a:ext cx="233172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3337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35808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ABC/XYZ · EOQ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0" y="3154680"/>
            <a:ext cx="233172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3337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AI Forecasting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96128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· Reorder AI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46720" y="3154680"/>
            <a:ext cx="233172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56448" y="3337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RBAC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56448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Roles · Permissions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06240" y="4846320"/>
            <a:ext cx="233172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15968" y="5029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Audit Logs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15968" y="5623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· Full trace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layered monolith: fast to build, easy to deploy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in Docker Compose → ECS-ready for production scale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 · Redux Toolkit · Tailwind CSS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2240280"/>
            <a:ext cx="36576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2316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620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· Middleware pipeline · 25+ REST routes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0" y="3291840"/>
            <a:ext cx="36576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47472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13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· Tax engine · Forecasting · Stock rules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0" y="4343400"/>
            <a:ext cx="36576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52628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9651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· PostgreSQL 16 · Redis 7 · AWS S3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Pipeline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1783080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21762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JWT · extracts user + role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2679192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724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hasPermission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30723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role_permissions matrix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0" y="3575304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6210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rateLimiter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39684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req/15 min (IP-based, Redis)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4471416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5171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validateBody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48646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 validation on request body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0" y="5367528"/>
            <a:ext cx="5303520" cy="777240"/>
          </a:xfrm>
          <a:prstGeom prst="roundRect">
            <a:avLst>
              <a:gd name="adj" fmla="val 10588"/>
            </a:avLst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5413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auditLog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5760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mutation metadata to DB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enforced on every protected route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authentication with database-backed granular permission checks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8640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authenticate.middleware.ts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authenticate = async (req, res, next) =&gt;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req.headers.authorization?.split(' ')[1];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(!token) return res.status(401).json({ error: 'Unauthorized' });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payload = jwt.verify(token, env.JWT_SECRET);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prisma.user.findUnique({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where: { id: payload.userId },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include: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role: { include: { rolePermissions: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include: { permission: true }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}}}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req.user = user;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557784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4630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63640" y="169164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hasPermission.middleware.ts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hasPermission = (perm: string) =&gt;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(req: Request, res: Response, next: NextFunction) =&gt;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req.user;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Admin bypasses all checks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(user.role.roleName === 'Admin') return next();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hasPerm = user.role.rolePermissions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.some(rp =&gt; rp.permission.permissionName === perm);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(!hasPerm)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res.status(403).json({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error: 'Forbidden',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required: perm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Matrix: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754880"/>
          <a:ext cx="11430000" cy="13716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APPROVE_PO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VIEW_AUDIT_LOGS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VIEW_FORECAST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PostgreSQL schema with full ACID guarantees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primary keys · Prisma ORM · Indexed FTS search · Immutable audit trail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94360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 Schema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Prisma schema (excerpt)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Product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String   @id @default(uuid())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String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sku         String   @unique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       Decimal  @db.Decimal(12,2)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quantity    Int      @default(0)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reorderLevel Int     @default(10)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expiryDate  DateTime?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isActive    Boolean  @default(true)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    Category @relation(fields:[categoryId], ...)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inventoryMovements InventoryMovement[]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purchaseOrderItems PurchaseOrderItem[]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salesOrderItems    SalesOrderItem[]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InventoryMovement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 String   @id @default(uuid())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quantity     Int             // negative = deduction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movementType MovementType    // STOCK_IN | STOCK_OUT | TRANSFER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referenceId  String?         // links to SO/PO/Adjustment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      Product  @relation(...)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    Warehouse @relation(...)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92240" y="141732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0" y="17556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name · email · passwordHash · roleId · failedAttempts · lockedUntil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92240" y="2139696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1854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0" y="24780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name · sku · barcode · price · costPrice · quantity · reorderLevel · expiryDate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492240" y="2862072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907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0" y="3200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productId · warehouseId · quantity [UNIQUE(product,warehouse)]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92240" y="3584448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630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purchase_orders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0" y="392277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supplierId · status · totalAmount · requiresApproval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492240" y="4306824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3525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sales_orders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0" y="4645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customerId · status · subtotal · taxAmount · grandTotal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492240" y="502920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5074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0" y="53675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invoiceNumber · status · subtotal · cgst · sgst · grandTotal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492240" y="5751576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57972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0" y="608990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tableName · operation · userId · ip · changes (JSON)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Triple Smoothing predicts demand with MAPE ≤ 15%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mathematical engine with interactive alpha · beta · gamma sliders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Triple Exponential Smoothing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5943600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5669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holt-winters.ts — core smoothing loop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holtwinters(data, alpha, beta, gamma, period, horizon)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Initialise Level, Trend, Seasonal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L = data[0];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T = (data[period] - data[0]) / period;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S = data.map((v, i) =&gt; v / data[i % period] || 1);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forecast = [];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t = 0; t &lt; data.length + horizon; t++)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obs = data[t] ?? null;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(obs !== null)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prevL = L;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 = alpha * (obs - S[t % period]) + (1-alpha) * (L + T);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 = beta  * (L - prevL)           + (1-beta)  * T;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S[t % period] = gamma * (obs / L) + (1-gamma) * S[t % period];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h-step ahead forecast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 = t &gt;= data.length ? t - data.length + 1 : 1;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forecast.push((L + h * T) * S[(t + h) % period]);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forecast;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92240" y="146304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492240" y="4480560"/>
            <a:ext cx="1261872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457200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≤15%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92240" y="502920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MAPE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845552" y="4480560"/>
            <a:ext cx="1261872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45552" y="457200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EOQ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45552" y="502920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√(2DS/H)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9198864" y="4480560"/>
            <a:ext cx="1261872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98864" y="457200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98864" y="502920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Avg×LT+SafetyStock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552176" y="4480560"/>
            <a:ext cx="1261872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52176" y="457200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552176" y="5029200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segmentation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drive automated stock changes and GST-compliant invoices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enforced in service layer — not in UI — guaranteeing consistency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Lifecycle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325880" cy="502920"/>
          </a:xfrm>
          <a:prstGeom prst="roundRect">
            <a:avLst>
              <a:gd name="adj" fmla="val 16364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1640" y="1938528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1828800"/>
            <a:ext cx="1325880" cy="502920"/>
          </a:xfrm>
          <a:prstGeom prst="roundRect">
            <a:avLst>
              <a:gd name="adj" fmla="val 16364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828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1938528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1325880" cy="502920"/>
          </a:xfrm>
          <a:prstGeom prst="roundRect">
            <a:avLst>
              <a:gd name="adj" fmla="val 16364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828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1325880" cy="502920"/>
          </a:xfrm>
          <a:prstGeom prst="roundRect">
            <a:avLst>
              <a:gd name="adj" fmla="val 16364"/>
            </a:avLst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8288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5486400" cy="594360"/>
          </a:xfrm>
          <a:prstGeom prst="roundRect">
            <a:avLst>
              <a:gd name="adj" fmla="val 13846"/>
            </a:avLst>
          </a:prstGeom>
          <a:solidFill>
            <a:srgbClr val="1C1A0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871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 &gt; ₹50,000 requires explicit Manager/Admin approval before stock receipt is allowed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154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Lifecycle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1325880" cy="502920"/>
          </a:xfrm>
          <a:prstGeom prst="roundRect">
            <a:avLst>
              <a:gd name="adj" fmla="val 16364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91640" y="3630168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0" y="3520440"/>
            <a:ext cx="1325880" cy="502920"/>
          </a:xfrm>
          <a:prstGeom prst="roundRect">
            <a:avLst>
              <a:gd name="adj" fmla="val 16364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35204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54680" y="3630168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3520440"/>
            <a:ext cx="1325880" cy="502920"/>
          </a:xfrm>
          <a:prstGeom prst="roundRect">
            <a:avLst>
              <a:gd name="adj" fmla="val 16364"/>
            </a:avLst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5204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17720" y="3630168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1325880" cy="502920"/>
          </a:xfrm>
          <a:prstGeom prst="roundRect">
            <a:avLst>
              <a:gd name="adj" fmla="val 16364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5204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160520"/>
            <a:ext cx="548640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06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" y="443484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GST Invoice Engine (India — flat 18%)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Value(i)    = Qty × UnitPrice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Taxable(i)      = Net Value(i) − Discount(i)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CGST(i)         = Taxable(i) × 0.09   // 9%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SGST(i)         = Taxable(i) × 0.09   // 9%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Total(i)   = Taxable(i) + CGST(i) + SGST(i)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 Total     = Σ Line Total(i)</a:t>
            </a:r>
            <a:endParaRPr lang="en-US" sz="9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400800" y="146304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5" name="Chart 1" descr=""/>
          <p:cNvGraphicFramePr/>
          <p:nvPr/>
        </p:nvGraphicFramePr>
        <p:xfrm>
          <a:off x="6400800" y="4251960"/>
          <a:ext cx="53035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transforms raw transactions into strategic insights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ABC/XYZ segmentation · EOQ cost curves · Inventory valuation trends · Heatmaps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97480" y="146304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6.2x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8892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46304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12064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60920" y="146304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45236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92640" y="146304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32d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78408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on Hand</a:t>
            </a:r>
            <a:endParaRPr lang="en-US" sz="9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26060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Chart 1" descr=""/>
          <p:cNvGraphicFramePr/>
          <p:nvPr/>
        </p:nvGraphicFramePr>
        <p:xfrm>
          <a:off x="6126480" y="2606040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production-grade stack chosen for performance and developer velocity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74904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2585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SSR, static generation, hydration guards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679192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724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0175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components, client components, concurrent features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438144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4838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7764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state: auth, UI, toast queues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4197096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2428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45354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Utility-first, glassmorphism, dark mode, custom tokens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4956048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50017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/ Recharts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529437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+ SVG charts: line, bar, pie, area, heatmap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57150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5760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" y="60533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animations: sidebar, modals, toast fade-ins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97680" y="1463040"/>
            <a:ext cx="3749040" cy="36576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192024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LTS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07408" y="22585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 runtime, V8 engine, non-blocking I/O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97680" y="2679192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7408" y="2724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07408" y="30175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handlers, middleware pipeline, JSON API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97680" y="3438144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7408" y="34838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07408" y="37764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SQL, migrations, seeding, relations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297680" y="4197096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07408" y="42428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07408" y="45354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hashing: memory-hard, brute-force resistant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97680" y="4956048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07408" y="50017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07408" y="529437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validation: runtime type safety on request bodies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297680" y="57150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07408" y="5760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(RS256)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07408" y="60533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 tokens, 15-min access + 7-day refresh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229600" y="1463040"/>
            <a:ext cx="3749040" cy="36576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0" y="192024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39328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39328" y="22585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DB: ACID, FTS indexes, triggers, partitioning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229600" y="2679192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39328" y="2724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339328" y="30175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cache, rate limiter counters, job queues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229600" y="3438144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39328" y="34838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339328" y="37764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local dev: API + DB + Redis + Frontend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229600" y="4197096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39328" y="42428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339328" y="45354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storage, CDN-backed URLs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delivers sub-200ms dashboard loads at 200 concurrent users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Redis → in-memory → direct DB query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46304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12648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595360" y="146304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6868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35040" y="269748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788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12648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Load p95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595360" y="269748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0" y="2788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RPS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68680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Throughput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943600" y="4023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Strategy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43600" y="4343400"/>
            <a:ext cx="5669280" cy="1783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43891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080760" y="4617720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Redis cache with automatic fallback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getCachedDashboard = async (userId) =&gt;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key = `dashboard:${userId}`;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cached = await redis.get(key);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(cached) return JSON.parse(cached);       // ✓ ~1ms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analyticsService.compute(); // ~800ms DB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redis.setex(key, 300, JSON.stringify(data)); // TTL 5m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data;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security: Argon2id · JWT · Immutable Audit Trail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mutation captured with user ID, IP, table name, operation, and JSON diff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Password Hashing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76479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Memory-hard algorithm (64MB, 3 iterations). Resistant to GPU and ASIC brute-force attacks.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🎫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4231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RS256 Tokens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72491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access tokens, 7-day refresh tokens stored in HttpOnly cookies. Auto-rotated on refresh.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3832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(Redis)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68503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req/15 min for APIs, 10 req/15 min for auth endpoints. Counters in Redis for distributed accuracy.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29768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43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43434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 Headers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64515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CSP, X-Frame-Options, HSTS, X-Content-Type-Options auto-applied on all responses.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525780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303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53035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560527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failed login attempts triggers lockout. Timestamp-based automatic unlock.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2648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Middleware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1737360"/>
            <a:ext cx="548640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7830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63640" y="201168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auditLog.middleware.ts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auditLog = (table: string, op: string) =&gt;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(req, res, next) =&gt;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capture original JSON body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before = await captureState(table, req.params.id);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res.on('finish', async () =&gt;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(res.statusCode &lt; 400)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prisma.auditLog.create({ data: {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tableName:  table,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operation:  op,          // CREATE | UPDATE | DELETE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recordId:   req.params.id ?? null,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userId:     req.user.id,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ipAddress:  req.ip,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changes:    JSON.stringify({ before, after: req.body }),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}});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434340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0A1628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Policy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Write-only — no UPDATE or DELETE on audit_logs table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50566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Captures: table · operation · userId · IP · JSON diff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3640" y="535838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Visible only to Admin and Auditor roles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56601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Retained indefinitely for compliance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Docker deployment · GitHub CI/CD ready · ECS scalable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→ Staging → Production with Docker Compose and environment overrides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303520" cy="457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IMS/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prisma/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schema.prisma     # DB schema + relations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seed.ts           # Enterprise seed data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src/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controllers/      # HTTP request handlers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services/         # Business logic layer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routes/           # Express route definitions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middlewares/      # Auth · RBAC · Audit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server.ts         # App entrypoint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tsconfig.json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frontend/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src/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app/              # Next.js App Router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├── (auth)/       # Login page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└── (dashboard)/  # 14 protected pages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components/ui/    # Sidebar · TopBar · Table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store/            # Redux slices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lib/api.ts        # Axios interceptors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docker-compose.yml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5216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4630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YAML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89320" y="169164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docker-compose.yml (excerpt)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postgres: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postgres:16-alpine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POSTGRES_DB: ims_db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POSTGRES_USER: ims_user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POSTGRES_PASSWORD: ${DB_PASS}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["5432:5432"]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redis: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redis:7-alpine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["6379:6379"]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backend: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./backend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["4000:4000"]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[postgres, redis]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DATABASE_URL: postgresql://ims_user:${DB_PASS}@postgres:5432/ims_db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frontend: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./frontend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["3000:3000"]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[backend]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52160" y="40233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Steps: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4343400"/>
            <a:ext cx="585216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43891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89320" y="461772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https://github.com/DevPandya1035/IMS.git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IMS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backend/.env.example backend/.env   # fill secrets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--build              # ← one command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Frontend: http://localhost:3000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spc="50" kern="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Backend:  http://localhost:4000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5 pre-seeded roles, rich enterprise data from Enthrall Foods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Enthrall Foods Private Limited, Ahmedabad (brand: Invictus)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14300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✉  admin@ims.com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68880" y="1856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 Admin@123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2240" y="15544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permissions · User management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114300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2316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23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CEO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6888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✉  sdave@enthrallfoods.com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68880" y="2816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 Admin@1234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module access · Reports · Forecasting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114300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38328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832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Manager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6888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✉  ravi.mehta@enthrallfoods.com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68880" y="3776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 Manager@1234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34747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PO/SO · Inventory · Analytics · Invoices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343400"/>
            <a:ext cx="114300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3434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43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Staff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68880" y="4389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✉  priya.shah@enthrallfoods.com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6888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 Staff@1234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44348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movements · Product views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5303520"/>
            <a:ext cx="114300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30352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53035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Auditor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468880" y="5349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✉  ankit.joshi@enthrallfoods.com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68880" y="5696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 Auditor@1234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53949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Read-only: Invoices · Audit Logs · Reports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http://localhost:3000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github.com/DevPandya1035/IMS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371600"/>
            <a:ext cx="6400800" cy="6400800"/>
          </a:xfrm>
          <a:prstGeom prst="ellipse">
            <a:avLst/>
          </a:prstGeom>
          <a:solidFill>
            <a:srgbClr val="1E3A5F">
              <a:alpha val="3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delivers enterprise inventory intelligence out of the box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SaaS platform built for scale, compliance, and AI-driven decisions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6184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Lifecycle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→ Warehouses → POs → SOs → Invoices — fully automated business flows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5087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🔮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03720" y="16184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demand forecasting with EOQ, safety stock, and Pareto-based prioritisation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2186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Security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611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Argon2id, JWT RS256, rate limiting, Helmet.js, account lockout, and immutable audit trail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32186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Sub-200ms 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3611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Redis-cached dashboards, indexed PostgreSQL queries, 99.9% uptime SLA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7091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43000" y="48188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4-Role RBAC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5212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Manager · Staff · Auditor — granular permission matrix enforced at API and UI layers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47091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🐳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03720" y="48188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5212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bundles all services; ECS-ready for cloud production scaling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26080" y="6263640"/>
            <a:ext cx="594360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62636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github.com/DevPandya1035/IMS   ·   Deployed @ http://localhost:3000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2026-08-21T07:28:57Z</dcterms:created>
  <dcterms:modified xsi:type="dcterms:W3CDTF">2026-08-21T07:28:57Z</dcterms:modified>
</cp:coreProperties>
</file>